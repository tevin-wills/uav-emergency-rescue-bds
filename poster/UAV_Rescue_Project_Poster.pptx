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"/>
  </p:notesMasterIdLst>
  <p:sldIdLst>
    <p:sldId id="256" r:id="rId2"/>
  </p:sldIdLst>
  <p:sldSz cx="9334500" cy="1320165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5" autoAdjust="0"/>
    <p:restoredTop sz="94664" autoAdjust="0"/>
  </p:normalViewPr>
  <p:slideViewPr>
    <p:cSldViewPr snapToGrid="0">
      <p:cViewPr>
        <p:scale>
          <a:sx n="100" d="100"/>
          <a:sy n="100" d="100"/>
        </p:scale>
        <p:origin x="1088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2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ABDE03-DA63-4AD7-92FC-BDB8CE16B01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54438" y="857250"/>
            <a:ext cx="1636712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F52F7-BA84-40C9-B4E5-F9DEFCE00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11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1719" rtl="0" eaLnBrk="1" latinLnBrk="0" hangingPunct="1">
      <a:defRPr sz="1418" kern="1200">
        <a:solidFill>
          <a:schemeClr val="tx1"/>
        </a:solidFill>
        <a:latin typeface="+mn-lt"/>
        <a:ea typeface="+mn-ea"/>
        <a:cs typeface="+mn-cs"/>
      </a:defRPr>
    </a:lvl1pPr>
    <a:lvl2pPr marL="540857" algn="l" defTabSz="1081719" rtl="0" eaLnBrk="1" latinLnBrk="0" hangingPunct="1">
      <a:defRPr sz="1418" kern="1200">
        <a:solidFill>
          <a:schemeClr val="tx1"/>
        </a:solidFill>
        <a:latin typeface="+mn-lt"/>
        <a:ea typeface="+mn-ea"/>
        <a:cs typeface="+mn-cs"/>
      </a:defRPr>
    </a:lvl2pPr>
    <a:lvl3pPr marL="1081719" algn="l" defTabSz="1081719" rtl="0" eaLnBrk="1" latinLnBrk="0" hangingPunct="1">
      <a:defRPr sz="1418" kern="1200">
        <a:solidFill>
          <a:schemeClr val="tx1"/>
        </a:solidFill>
        <a:latin typeface="+mn-lt"/>
        <a:ea typeface="+mn-ea"/>
        <a:cs typeface="+mn-cs"/>
      </a:defRPr>
    </a:lvl3pPr>
    <a:lvl4pPr marL="1622576" algn="l" defTabSz="1081719" rtl="0" eaLnBrk="1" latinLnBrk="0" hangingPunct="1">
      <a:defRPr sz="1418" kern="1200">
        <a:solidFill>
          <a:schemeClr val="tx1"/>
        </a:solidFill>
        <a:latin typeface="+mn-lt"/>
        <a:ea typeface="+mn-ea"/>
        <a:cs typeface="+mn-cs"/>
      </a:defRPr>
    </a:lvl4pPr>
    <a:lvl5pPr marL="2163435" algn="l" defTabSz="1081719" rtl="0" eaLnBrk="1" latinLnBrk="0" hangingPunct="1">
      <a:defRPr sz="1418" kern="1200">
        <a:solidFill>
          <a:schemeClr val="tx1"/>
        </a:solidFill>
        <a:latin typeface="+mn-lt"/>
        <a:ea typeface="+mn-ea"/>
        <a:cs typeface="+mn-cs"/>
      </a:defRPr>
    </a:lvl5pPr>
    <a:lvl6pPr marL="2704293" algn="l" defTabSz="1081719" rtl="0" eaLnBrk="1" latinLnBrk="0" hangingPunct="1">
      <a:defRPr sz="1418" kern="1200">
        <a:solidFill>
          <a:schemeClr val="tx1"/>
        </a:solidFill>
        <a:latin typeface="+mn-lt"/>
        <a:ea typeface="+mn-ea"/>
        <a:cs typeface="+mn-cs"/>
      </a:defRPr>
    </a:lvl6pPr>
    <a:lvl7pPr marL="3245151" algn="l" defTabSz="1081719" rtl="0" eaLnBrk="1" latinLnBrk="0" hangingPunct="1">
      <a:defRPr sz="1418" kern="1200">
        <a:solidFill>
          <a:schemeClr val="tx1"/>
        </a:solidFill>
        <a:latin typeface="+mn-lt"/>
        <a:ea typeface="+mn-ea"/>
        <a:cs typeface="+mn-cs"/>
      </a:defRPr>
    </a:lvl7pPr>
    <a:lvl8pPr marL="3786012" algn="l" defTabSz="1081719" rtl="0" eaLnBrk="1" latinLnBrk="0" hangingPunct="1">
      <a:defRPr sz="1418" kern="1200">
        <a:solidFill>
          <a:schemeClr val="tx1"/>
        </a:solidFill>
        <a:latin typeface="+mn-lt"/>
        <a:ea typeface="+mn-ea"/>
        <a:cs typeface="+mn-cs"/>
      </a:defRPr>
    </a:lvl8pPr>
    <a:lvl9pPr marL="4326869" algn="l" defTabSz="1081719" rtl="0" eaLnBrk="1" latinLnBrk="0" hangingPunct="1">
      <a:defRPr sz="141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088" y="2160549"/>
            <a:ext cx="7934325" cy="4596130"/>
          </a:xfrm>
        </p:spPr>
        <p:txBody>
          <a:bodyPr anchor="b"/>
          <a:lstStyle>
            <a:lvl1pPr algn="ctr">
              <a:defRPr sz="61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6813" y="6933923"/>
            <a:ext cx="7000875" cy="3187342"/>
          </a:xfrm>
        </p:spPr>
        <p:txBody>
          <a:bodyPr/>
          <a:lstStyle>
            <a:lvl1pPr marL="0" indent="0" algn="ctr">
              <a:buNone/>
              <a:defRPr sz="2450"/>
            </a:lvl1pPr>
            <a:lvl2pPr marL="466710" indent="0" algn="ctr">
              <a:buNone/>
              <a:defRPr sz="2042"/>
            </a:lvl2pPr>
            <a:lvl3pPr marL="933420" indent="0" algn="ctr">
              <a:buNone/>
              <a:defRPr sz="1837"/>
            </a:lvl3pPr>
            <a:lvl4pPr marL="1400129" indent="0" algn="ctr">
              <a:buNone/>
              <a:defRPr sz="1633"/>
            </a:lvl4pPr>
            <a:lvl5pPr marL="1866839" indent="0" algn="ctr">
              <a:buNone/>
              <a:defRPr sz="1633"/>
            </a:lvl5pPr>
            <a:lvl6pPr marL="2333549" indent="0" algn="ctr">
              <a:buNone/>
              <a:defRPr sz="1633"/>
            </a:lvl6pPr>
            <a:lvl7pPr marL="2800259" indent="0" algn="ctr">
              <a:buNone/>
              <a:defRPr sz="1633"/>
            </a:lvl7pPr>
            <a:lvl8pPr marL="3266968" indent="0" algn="ctr">
              <a:buNone/>
              <a:defRPr sz="1633"/>
            </a:lvl8pPr>
            <a:lvl9pPr marL="3733678" indent="0" algn="ctr">
              <a:buNone/>
              <a:defRPr sz="16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2D9C-23B1-4256-B082-888C2E6AA49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B521-16F5-4035-AA98-CCD561CA1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2D9C-23B1-4256-B082-888C2E6AA49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B521-16F5-4035-AA98-CCD561CA1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25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886" y="3291248"/>
            <a:ext cx="8051006" cy="5491519"/>
          </a:xfrm>
        </p:spPr>
        <p:txBody>
          <a:bodyPr anchor="b"/>
          <a:lstStyle>
            <a:lvl1pPr>
              <a:defRPr sz="61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6886" y="8834719"/>
            <a:ext cx="8051006" cy="2887860"/>
          </a:xfrm>
        </p:spPr>
        <p:txBody>
          <a:bodyPr/>
          <a:lstStyle>
            <a:lvl1pPr marL="0" indent="0">
              <a:buNone/>
              <a:defRPr sz="2450">
                <a:solidFill>
                  <a:schemeClr val="tx1">
                    <a:tint val="82000"/>
                  </a:schemeClr>
                </a:solidFill>
              </a:defRPr>
            </a:lvl1pPr>
            <a:lvl2pPr marL="466710" indent="0">
              <a:buNone/>
              <a:defRPr sz="2042">
                <a:solidFill>
                  <a:schemeClr val="tx1">
                    <a:tint val="82000"/>
                  </a:schemeClr>
                </a:solidFill>
              </a:defRPr>
            </a:lvl2pPr>
            <a:lvl3pPr marL="933420" indent="0">
              <a:buNone/>
              <a:defRPr sz="1837">
                <a:solidFill>
                  <a:schemeClr val="tx1">
                    <a:tint val="82000"/>
                  </a:schemeClr>
                </a:solidFill>
              </a:defRPr>
            </a:lvl3pPr>
            <a:lvl4pPr marL="1400129" indent="0">
              <a:buNone/>
              <a:defRPr sz="1633">
                <a:solidFill>
                  <a:schemeClr val="tx1">
                    <a:tint val="82000"/>
                  </a:schemeClr>
                </a:solidFill>
              </a:defRPr>
            </a:lvl4pPr>
            <a:lvl5pPr marL="1866839" indent="0">
              <a:buNone/>
              <a:defRPr sz="1633">
                <a:solidFill>
                  <a:schemeClr val="tx1">
                    <a:tint val="82000"/>
                  </a:schemeClr>
                </a:solidFill>
              </a:defRPr>
            </a:lvl5pPr>
            <a:lvl6pPr marL="2333549" indent="0">
              <a:buNone/>
              <a:defRPr sz="1633">
                <a:solidFill>
                  <a:schemeClr val="tx1">
                    <a:tint val="82000"/>
                  </a:schemeClr>
                </a:solidFill>
              </a:defRPr>
            </a:lvl6pPr>
            <a:lvl7pPr marL="2800259" indent="0">
              <a:buNone/>
              <a:defRPr sz="1633">
                <a:solidFill>
                  <a:schemeClr val="tx1">
                    <a:tint val="82000"/>
                  </a:schemeClr>
                </a:solidFill>
              </a:defRPr>
            </a:lvl7pPr>
            <a:lvl8pPr marL="3266968" indent="0">
              <a:buNone/>
              <a:defRPr sz="1633">
                <a:solidFill>
                  <a:schemeClr val="tx1">
                    <a:tint val="82000"/>
                  </a:schemeClr>
                </a:solidFill>
              </a:defRPr>
            </a:lvl8pPr>
            <a:lvl9pPr marL="3733678" indent="0">
              <a:buNone/>
              <a:defRPr sz="16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2D9C-23B1-4256-B082-888C2E6AA49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B521-16F5-4035-AA98-CCD561CA1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30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1747" y="3514328"/>
            <a:ext cx="3967163" cy="8376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5590" y="3514328"/>
            <a:ext cx="3967163" cy="8376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2D9C-23B1-4256-B082-888C2E6AA49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B521-16F5-4035-AA98-CCD561CA1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17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63" y="702868"/>
            <a:ext cx="8051006" cy="2551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964" y="3236239"/>
            <a:ext cx="3948930" cy="1586031"/>
          </a:xfrm>
        </p:spPr>
        <p:txBody>
          <a:bodyPr anchor="b"/>
          <a:lstStyle>
            <a:lvl1pPr marL="0" indent="0">
              <a:buNone/>
              <a:defRPr sz="2450" b="1"/>
            </a:lvl1pPr>
            <a:lvl2pPr marL="466710" indent="0">
              <a:buNone/>
              <a:defRPr sz="2042" b="1"/>
            </a:lvl2pPr>
            <a:lvl3pPr marL="933420" indent="0">
              <a:buNone/>
              <a:defRPr sz="1837" b="1"/>
            </a:lvl3pPr>
            <a:lvl4pPr marL="1400129" indent="0">
              <a:buNone/>
              <a:defRPr sz="1633" b="1"/>
            </a:lvl4pPr>
            <a:lvl5pPr marL="1866839" indent="0">
              <a:buNone/>
              <a:defRPr sz="1633" b="1"/>
            </a:lvl5pPr>
            <a:lvl6pPr marL="2333549" indent="0">
              <a:buNone/>
              <a:defRPr sz="1633" b="1"/>
            </a:lvl6pPr>
            <a:lvl7pPr marL="2800259" indent="0">
              <a:buNone/>
              <a:defRPr sz="1633" b="1"/>
            </a:lvl7pPr>
            <a:lvl8pPr marL="3266968" indent="0">
              <a:buNone/>
              <a:defRPr sz="1633" b="1"/>
            </a:lvl8pPr>
            <a:lvl9pPr marL="3733678" indent="0">
              <a:buNone/>
              <a:defRPr sz="16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2964" y="4822269"/>
            <a:ext cx="3948930" cy="7092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5591" y="3236239"/>
            <a:ext cx="3968378" cy="1586031"/>
          </a:xfrm>
        </p:spPr>
        <p:txBody>
          <a:bodyPr anchor="b"/>
          <a:lstStyle>
            <a:lvl1pPr marL="0" indent="0">
              <a:buNone/>
              <a:defRPr sz="2450" b="1"/>
            </a:lvl1pPr>
            <a:lvl2pPr marL="466710" indent="0">
              <a:buNone/>
              <a:defRPr sz="2042" b="1"/>
            </a:lvl2pPr>
            <a:lvl3pPr marL="933420" indent="0">
              <a:buNone/>
              <a:defRPr sz="1837" b="1"/>
            </a:lvl3pPr>
            <a:lvl4pPr marL="1400129" indent="0">
              <a:buNone/>
              <a:defRPr sz="1633" b="1"/>
            </a:lvl4pPr>
            <a:lvl5pPr marL="1866839" indent="0">
              <a:buNone/>
              <a:defRPr sz="1633" b="1"/>
            </a:lvl5pPr>
            <a:lvl6pPr marL="2333549" indent="0">
              <a:buNone/>
              <a:defRPr sz="1633" b="1"/>
            </a:lvl6pPr>
            <a:lvl7pPr marL="2800259" indent="0">
              <a:buNone/>
              <a:defRPr sz="1633" b="1"/>
            </a:lvl7pPr>
            <a:lvl8pPr marL="3266968" indent="0">
              <a:buNone/>
              <a:defRPr sz="1633" b="1"/>
            </a:lvl8pPr>
            <a:lvl9pPr marL="3733678" indent="0">
              <a:buNone/>
              <a:defRPr sz="16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5591" y="4822269"/>
            <a:ext cx="3968378" cy="7092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2D9C-23B1-4256-B082-888C2E6AA49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B521-16F5-4035-AA98-CCD561CA1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60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2D9C-23B1-4256-B082-888C2E6AA49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B521-16F5-4035-AA98-CCD561CA1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74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2D9C-23B1-4256-B082-888C2E6AA49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B521-16F5-4035-AA98-CCD561CA1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08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63" y="880110"/>
            <a:ext cx="3010619" cy="3080385"/>
          </a:xfrm>
        </p:spPr>
        <p:txBody>
          <a:bodyPr anchor="b"/>
          <a:lstStyle>
            <a:lvl1pPr>
              <a:defRPr sz="3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378" y="1900796"/>
            <a:ext cx="4725591" cy="9381728"/>
          </a:xfrm>
        </p:spPr>
        <p:txBody>
          <a:bodyPr/>
          <a:lstStyle>
            <a:lvl1pPr>
              <a:defRPr sz="3267"/>
            </a:lvl1pPr>
            <a:lvl2pPr>
              <a:defRPr sz="2858"/>
            </a:lvl2pPr>
            <a:lvl3pPr>
              <a:defRPr sz="2450"/>
            </a:lvl3pPr>
            <a:lvl4pPr>
              <a:defRPr sz="2042"/>
            </a:lvl4pPr>
            <a:lvl5pPr>
              <a:defRPr sz="2042"/>
            </a:lvl5pPr>
            <a:lvl6pPr>
              <a:defRPr sz="2042"/>
            </a:lvl6pPr>
            <a:lvl7pPr>
              <a:defRPr sz="2042"/>
            </a:lvl7pPr>
            <a:lvl8pPr>
              <a:defRPr sz="2042"/>
            </a:lvl8pPr>
            <a:lvl9pPr>
              <a:defRPr sz="204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2963" y="3960495"/>
            <a:ext cx="3010619" cy="7337307"/>
          </a:xfrm>
        </p:spPr>
        <p:txBody>
          <a:bodyPr/>
          <a:lstStyle>
            <a:lvl1pPr marL="0" indent="0">
              <a:buNone/>
              <a:defRPr sz="1633"/>
            </a:lvl1pPr>
            <a:lvl2pPr marL="466710" indent="0">
              <a:buNone/>
              <a:defRPr sz="1429"/>
            </a:lvl2pPr>
            <a:lvl3pPr marL="933420" indent="0">
              <a:buNone/>
              <a:defRPr sz="1225"/>
            </a:lvl3pPr>
            <a:lvl4pPr marL="1400129" indent="0">
              <a:buNone/>
              <a:defRPr sz="1021"/>
            </a:lvl4pPr>
            <a:lvl5pPr marL="1866839" indent="0">
              <a:buNone/>
              <a:defRPr sz="1021"/>
            </a:lvl5pPr>
            <a:lvl6pPr marL="2333549" indent="0">
              <a:buNone/>
              <a:defRPr sz="1021"/>
            </a:lvl6pPr>
            <a:lvl7pPr marL="2800259" indent="0">
              <a:buNone/>
              <a:defRPr sz="1021"/>
            </a:lvl7pPr>
            <a:lvl8pPr marL="3266968" indent="0">
              <a:buNone/>
              <a:defRPr sz="1021"/>
            </a:lvl8pPr>
            <a:lvl9pPr marL="3733678" indent="0">
              <a:buNone/>
              <a:defRPr sz="102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2D9C-23B1-4256-B082-888C2E6AA49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B521-16F5-4035-AA98-CCD561CA1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13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63" y="880110"/>
            <a:ext cx="3010619" cy="3080385"/>
          </a:xfrm>
        </p:spPr>
        <p:txBody>
          <a:bodyPr anchor="b"/>
          <a:lstStyle>
            <a:lvl1pPr>
              <a:defRPr sz="3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68378" y="1900796"/>
            <a:ext cx="4725591" cy="9381728"/>
          </a:xfrm>
        </p:spPr>
        <p:txBody>
          <a:bodyPr anchor="t"/>
          <a:lstStyle>
            <a:lvl1pPr marL="0" indent="0">
              <a:buNone/>
              <a:defRPr sz="3267"/>
            </a:lvl1pPr>
            <a:lvl2pPr marL="466710" indent="0">
              <a:buNone/>
              <a:defRPr sz="2858"/>
            </a:lvl2pPr>
            <a:lvl3pPr marL="933420" indent="0">
              <a:buNone/>
              <a:defRPr sz="2450"/>
            </a:lvl3pPr>
            <a:lvl4pPr marL="1400129" indent="0">
              <a:buNone/>
              <a:defRPr sz="2042"/>
            </a:lvl4pPr>
            <a:lvl5pPr marL="1866839" indent="0">
              <a:buNone/>
              <a:defRPr sz="2042"/>
            </a:lvl5pPr>
            <a:lvl6pPr marL="2333549" indent="0">
              <a:buNone/>
              <a:defRPr sz="2042"/>
            </a:lvl6pPr>
            <a:lvl7pPr marL="2800259" indent="0">
              <a:buNone/>
              <a:defRPr sz="2042"/>
            </a:lvl7pPr>
            <a:lvl8pPr marL="3266968" indent="0">
              <a:buNone/>
              <a:defRPr sz="2042"/>
            </a:lvl8pPr>
            <a:lvl9pPr marL="3733678" indent="0">
              <a:buNone/>
              <a:defRPr sz="204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2963" y="3960495"/>
            <a:ext cx="3010619" cy="7337307"/>
          </a:xfrm>
        </p:spPr>
        <p:txBody>
          <a:bodyPr/>
          <a:lstStyle>
            <a:lvl1pPr marL="0" indent="0">
              <a:buNone/>
              <a:defRPr sz="1633"/>
            </a:lvl1pPr>
            <a:lvl2pPr marL="466710" indent="0">
              <a:buNone/>
              <a:defRPr sz="1429"/>
            </a:lvl2pPr>
            <a:lvl3pPr marL="933420" indent="0">
              <a:buNone/>
              <a:defRPr sz="1225"/>
            </a:lvl3pPr>
            <a:lvl4pPr marL="1400129" indent="0">
              <a:buNone/>
              <a:defRPr sz="1021"/>
            </a:lvl4pPr>
            <a:lvl5pPr marL="1866839" indent="0">
              <a:buNone/>
              <a:defRPr sz="1021"/>
            </a:lvl5pPr>
            <a:lvl6pPr marL="2333549" indent="0">
              <a:buNone/>
              <a:defRPr sz="1021"/>
            </a:lvl6pPr>
            <a:lvl7pPr marL="2800259" indent="0">
              <a:buNone/>
              <a:defRPr sz="1021"/>
            </a:lvl7pPr>
            <a:lvl8pPr marL="3266968" indent="0">
              <a:buNone/>
              <a:defRPr sz="1021"/>
            </a:lvl8pPr>
            <a:lvl9pPr marL="3733678" indent="0">
              <a:buNone/>
              <a:defRPr sz="102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2D9C-23B1-4256-B082-888C2E6AA49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B521-16F5-4035-AA98-CCD561CA1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03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2D9C-23B1-4256-B082-888C2E6AA49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B521-16F5-4035-AA98-CCD561CA1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82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0002" y="702866"/>
            <a:ext cx="2012752" cy="111877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1748" y="702866"/>
            <a:ext cx="5921573" cy="111877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2D9C-23B1-4256-B082-888C2E6AA49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DB521-16F5-4035-AA98-CCD561CA1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23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8467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1747" y="702868"/>
            <a:ext cx="8051006" cy="2551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1747" y="3514328"/>
            <a:ext cx="8051006" cy="8376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747" y="12235976"/>
            <a:ext cx="2100263" cy="702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22D9C-23B1-4256-B082-888C2E6AA49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92053" y="12235976"/>
            <a:ext cx="3150394" cy="702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2490" y="12235976"/>
            <a:ext cx="2100263" cy="702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DB521-16F5-4035-AA98-CCD561CA1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7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33420" rtl="0" eaLnBrk="1" latinLnBrk="0" hangingPunct="1">
        <a:lnSpc>
          <a:spcPct val="90000"/>
        </a:lnSpc>
        <a:spcBef>
          <a:spcPct val="0"/>
        </a:spcBef>
        <a:buNone/>
        <a:defRPr sz="44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55" indent="-233355" algn="l" defTabSz="933420" rtl="0" eaLnBrk="1" latinLnBrk="0" hangingPunct="1">
        <a:lnSpc>
          <a:spcPct val="90000"/>
        </a:lnSpc>
        <a:spcBef>
          <a:spcPts val="1021"/>
        </a:spcBef>
        <a:buFont typeface="Arial" panose="020B0604020202020204" pitchFamily="34" charset="0"/>
        <a:buChar char="•"/>
        <a:defRPr sz="2858" kern="1200">
          <a:solidFill>
            <a:schemeClr val="tx1"/>
          </a:solidFill>
          <a:latin typeface="+mn-lt"/>
          <a:ea typeface="+mn-ea"/>
          <a:cs typeface="+mn-cs"/>
        </a:defRPr>
      </a:lvl1pPr>
      <a:lvl2pPr marL="700065" indent="-233355" algn="l" defTabSz="933420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166774" indent="-233355" algn="l" defTabSz="933420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2042" kern="1200">
          <a:solidFill>
            <a:schemeClr val="tx1"/>
          </a:solidFill>
          <a:latin typeface="+mn-lt"/>
          <a:ea typeface="+mn-ea"/>
          <a:cs typeface="+mn-cs"/>
        </a:defRPr>
      </a:lvl3pPr>
      <a:lvl4pPr marL="1633484" indent="-233355" algn="l" defTabSz="933420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7" kern="1200">
          <a:solidFill>
            <a:schemeClr val="tx1"/>
          </a:solidFill>
          <a:latin typeface="+mn-lt"/>
          <a:ea typeface="+mn-ea"/>
          <a:cs typeface="+mn-cs"/>
        </a:defRPr>
      </a:lvl4pPr>
      <a:lvl5pPr marL="2100194" indent="-233355" algn="l" defTabSz="933420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7" kern="1200">
          <a:solidFill>
            <a:schemeClr val="tx1"/>
          </a:solidFill>
          <a:latin typeface="+mn-lt"/>
          <a:ea typeface="+mn-ea"/>
          <a:cs typeface="+mn-cs"/>
        </a:defRPr>
      </a:lvl5pPr>
      <a:lvl6pPr marL="2566904" indent="-233355" algn="l" defTabSz="933420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7" kern="1200">
          <a:solidFill>
            <a:schemeClr val="tx1"/>
          </a:solidFill>
          <a:latin typeface="+mn-lt"/>
          <a:ea typeface="+mn-ea"/>
          <a:cs typeface="+mn-cs"/>
        </a:defRPr>
      </a:lvl6pPr>
      <a:lvl7pPr marL="3033613" indent="-233355" algn="l" defTabSz="933420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7" kern="1200">
          <a:solidFill>
            <a:schemeClr val="tx1"/>
          </a:solidFill>
          <a:latin typeface="+mn-lt"/>
          <a:ea typeface="+mn-ea"/>
          <a:cs typeface="+mn-cs"/>
        </a:defRPr>
      </a:lvl7pPr>
      <a:lvl8pPr marL="3500323" indent="-233355" algn="l" defTabSz="933420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7" kern="1200">
          <a:solidFill>
            <a:schemeClr val="tx1"/>
          </a:solidFill>
          <a:latin typeface="+mn-lt"/>
          <a:ea typeface="+mn-ea"/>
          <a:cs typeface="+mn-cs"/>
        </a:defRPr>
      </a:lvl8pPr>
      <a:lvl9pPr marL="3967033" indent="-233355" algn="l" defTabSz="933420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3420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1pPr>
      <a:lvl2pPr marL="466710" algn="l" defTabSz="933420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2pPr>
      <a:lvl3pPr marL="933420" algn="l" defTabSz="933420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3pPr>
      <a:lvl4pPr marL="1400129" algn="l" defTabSz="933420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4pPr>
      <a:lvl5pPr marL="1866839" algn="l" defTabSz="933420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5pPr>
      <a:lvl6pPr marL="2333549" algn="l" defTabSz="933420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6pPr>
      <a:lvl7pPr marL="2800259" algn="l" defTabSz="933420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7pPr>
      <a:lvl8pPr marL="3266968" algn="l" defTabSz="933420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8pPr>
      <a:lvl9pPr marL="3733678" algn="l" defTabSz="933420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13201650"/>
          </a:xfrm>
          <a:prstGeom prst="roundRect">
            <a:avLst>
              <a:gd name="adj" fmla="val 204"/>
            </a:avLst>
          </a:prstGeom>
          <a:blipFill dpi="0" rotWithShape="1">
            <a:blip r:embed="rId3">
              <a:alphaModFix amt="50000"/>
            </a:blip>
            <a:srcRect/>
            <a:stretch>
              <a:fillRect/>
            </a:stretch>
          </a:blipFill>
          <a:ln/>
          <a:effectLst>
            <a:outerShdw blurRad="28575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3802" y="3175"/>
            <a:ext cx="9348302" cy="21504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0630" y="285750"/>
            <a:ext cx="6873240" cy="158750"/>
          </a:xfrm>
          <a:prstGeom prst="rect">
            <a:avLst/>
          </a:prstGeom>
          <a:noFill/>
          <a:ln/>
          <a:effectLst>
            <a:outerShdw blurRad="57150" dist="9525" dir="5400000" algn="bl" rotWithShape="0">
              <a:srgbClr val="000000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endParaRPr lang="en-US" sz="825" dirty="0"/>
          </a:p>
        </p:txBody>
      </p:sp>
      <p:sp>
        <p:nvSpPr>
          <p:cNvPr id="7" name="Text 3"/>
          <p:cNvSpPr/>
          <p:nvPr/>
        </p:nvSpPr>
        <p:spPr>
          <a:xfrm>
            <a:off x="1449324" y="492125"/>
            <a:ext cx="6435852" cy="848717"/>
          </a:xfrm>
          <a:prstGeom prst="rect">
            <a:avLst/>
          </a:prstGeom>
          <a:noFill/>
          <a:ln/>
          <a:effectLst>
            <a:outerShdw blurRad="57150" dist="9525" dir="5400000" algn="bl" rotWithShape="0">
              <a:srgbClr val="000000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850" b="1" kern="0" spc="-29" dirty="0">
                <a:solidFill>
                  <a:schemeClr val="bg1">
                    <a:lumMod val="8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UAV Emergency Rescue System for Disaster Response</a:t>
            </a:r>
            <a:endParaRPr lang="en-US" sz="28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1449324" y="1426567"/>
            <a:ext cx="6435852" cy="473075"/>
          </a:xfrm>
          <a:prstGeom prst="rect">
            <a:avLst/>
          </a:prstGeom>
          <a:noFill/>
          <a:ln/>
          <a:effectLst>
            <a:outerShdw blurRad="57150" dist="9525" dir="5400000" algn="bl" rotWithShape="0">
              <a:srgbClr val="000000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sz="1125">
                <a:latin typeface="Arial"/>
              </a:rPr>
              <a:t>Tevin Lemalasia · Letsoalo Maile · Aman Ullah · Afiq Sulistya · Uwase Yvonne</a:t>
            </a:r>
            <a:endParaRPr lang="en-US" sz="1125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sz="1125">
                <a:latin typeface="Arial"/>
              </a:rPr>
              <a:t>School of Astronautics, Beihang University · RCSSTEAP, Beijing, China</a:t>
            </a:r>
          </a:p>
        </p:txBody>
      </p:sp>
      <p:sp>
        <p:nvSpPr>
          <p:cNvPr id="9" name="Shape 5"/>
          <p:cNvSpPr/>
          <p:nvPr/>
        </p:nvSpPr>
        <p:spPr>
          <a:xfrm>
            <a:off x="7925373" y="393007"/>
            <a:ext cx="1409127" cy="1348382"/>
          </a:xfrm>
          <a:prstGeom prst="ellipse">
            <a:avLst/>
          </a:prstGeom>
          <a:solidFill>
            <a:srgbClr val="FFFFFF"/>
          </a:solidFill>
          <a:ln/>
          <a:effectLst>
            <a:outerShdw blurRad="66675" dist="1905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6"/>
          <p:cNvSpPr/>
          <p:nvPr/>
        </p:nvSpPr>
        <p:spPr>
          <a:xfrm>
            <a:off x="0" y="2147292"/>
            <a:ext cx="9334500" cy="47625"/>
          </a:xfrm>
          <a:prstGeom prst="rect">
            <a:avLst/>
          </a:prstGeom>
          <a:solidFill>
            <a:srgbClr val="B98B2E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47650" y="2423517"/>
            <a:ext cx="2819400" cy="355600"/>
          </a:xfrm>
          <a:prstGeom prst="rect">
            <a:avLst/>
          </a:prstGeom>
          <a:solidFill>
            <a:srgbClr val="0C2D62"/>
          </a:solidFill>
          <a:ln/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371475" y="2490192"/>
            <a:ext cx="265633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Introduction</a:t>
            </a:r>
            <a:endParaRPr lang="en-US" sz="1275" dirty="0"/>
          </a:p>
        </p:txBody>
      </p:sp>
      <p:sp>
        <p:nvSpPr>
          <p:cNvPr id="15" name="Shape 10"/>
          <p:cNvSpPr/>
          <p:nvPr/>
        </p:nvSpPr>
        <p:spPr>
          <a:xfrm>
            <a:off x="247650" y="2779117"/>
            <a:ext cx="2819400" cy="9874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247650" y="3760192"/>
            <a:ext cx="2819400" cy="9525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247650" y="2779117"/>
            <a:ext cx="9525" cy="987425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3060700" y="2779117"/>
            <a:ext cx="9525" cy="987425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377825" y="2883892"/>
            <a:ext cx="26436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013" i="1">
                <a:solidFill>
                  <a:srgbClr val="8C95A4"/>
                </a:solidFill>
                <a:latin typeface="Arial"/>
              </a:rPr>
              <a:t>Earthquakes and floods destroy the terrestrial networks survivors rely on, exactly where rescue demand peaks. In the 72-hour golden window, time is spent locating victims rather than reaching them. BeiDou-3 Short Message Communication (BDS-SMC) sends short data messages through the satellite constellation with no terrestrial relay, surviving when cellular and internet links collapse. This project designs and validates an integrated, simulation-first multi-module UAV system that autonomously locates survivors and carries their precise position over BeiDou into an autonomous rescue mission — closing the loop from satellite message to UAV action with no human operator on the critical path.</a:t>
            </a:r>
            <a:endParaRPr lang="en-US" sz="1013" dirty="0"/>
          </a:p>
        </p:txBody>
      </p:sp>
      <p:sp>
        <p:nvSpPr>
          <p:cNvPr id="20" name="Shape 15"/>
          <p:cNvSpPr/>
          <p:nvPr/>
        </p:nvSpPr>
        <p:spPr>
          <a:xfrm>
            <a:off x="247650" y="3918942"/>
            <a:ext cx="2819400" cy="355600"/>
          </a:xfrm>
          <a:prstGeom prst="rect">
            <a:avLst/>
          </a:prstGeom>
          <a:solidFill>
            <a:srgbClr val="0C2D62"/>
          </a:solidFill>
          <a:ln/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371475" y="3985617"/>
            <a:ext cx="265633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Objectives</a:t>
            </a:r>
            <a:endParaRPr lang="en-US" sz="1275" dirty="0"/>
          </a:p>
        </p:txBody>
      </p:sp>
      <p:sp>
        <p:nvSpPr>
          <p:cNvPr id="22" name="Shape 17"/>
          <p:cNvSpPr/>
          <p:nvPr/>
        </p:nvSpPr>
        <p:spPr>
          <a:xfrm>
            <a:off x="247650" y="4274542"/>
            <a:ext cx="2819400" cy="7945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247650" y="5062736"/>
            <a:ext cx="2819400" cy="9525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247650" y="4274542"/>
            <a:ext cx="9525" cy="794544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3060700" y="4274542"/>
            <a:ext cx="9525" cy="794544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377825" y="4379317"/>
            <a:ext cx="2643632" cy="616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013" i="1">
                <a:solidFill>
                  <a:srgbClr val="8C95A4"/>
                </a:solidFill>
                <a:latin typeface="Arial"/>
              </a:rPr>
              <a:t>• RTK-GNSS positioning to centimetre accuracy as the system position source</a:t>
            </a:r>
            <a:endParaRPr lang="en-US" sz="1013" dirty="0"/>
          </a:p>
          <a:p>
            <a:r>
              <a:rPr sz="1013" i="1">
                <a:solidFill>
                  <a:srgbClr val="8C95A4"/>
                </a:solidFill>
                <a:latin typeface="Arial"/>
              </a:rPr>
              <a:t>• Autonomous UAV mission control via QGroundControl / PX4 (MAVLink)</a:t>
            </a:r>
          </a:p>
          <a:p>
            <a:r>
              <a:rPr sz="1013" i="1">
                <a:solidFill>
                  <a:srgbClr val="8C95A4"/>
                </a:solidFill>
                <a:latin typeface="Arial"/>
              </a:rPr>
              <a:t>• YOLO-based survivor detection with precise object positioning</a:t>
            </a:r>
          </a:p>
          <a:p>
            <a:r>
              <a:rPr sz="1013" i="1">
                <a:solidFill>
                  <a:srgbClr val="8C95A4"/>
                </a:solidFill>
                <a:latin typeface="Arial"/>
              </a:rPr>
              <a:t>• Obstacle-avoidance path planning for rubble environments</a:t>
            </a:r>
          </a:p>
          <a:p>
            <a:r>
              <a:rPr sz="1013" i="1">
                <a:solidFill>
                  <a:srgbClr val="8C95A4"/>
                </a:solidFill>
                <a:latin typeface="Arial"/>
              </a:rPr>
              <a:t>• BeiDou SMC: encode survivor PNT, transmit, decode, inject as a mission trigger</a:t>
            </a:r>
          </a:p>
        </p:txBody>
      </p:sp>
      <p:sp>
        <p:nvSpPr>
          <p:cNvPr id="27" name="Shape 22"/>
          <p:cNvSpPr/>
          <p:nvPr/>
        </p:nvSpPr>
        <p:spPr>
          <a:xfrm>
            <a:off x="247650" y="5221486"/>
            <a:ext cx="2819400" cy="355600"/>
          </a:xfrm>
          <a:prstGeom prst="rect">
            <a:avLst/>
          </a:prstGeom>
          <a:solidFill>
            <a:srgbClr val="0C2D62"/>
          </a:solidFill>
          <a:ln/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371475" y="5288161"/>
            <a:ext cx="265633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Methods</a:t>
            </a:r>
            <a:endParaRPr lang="en-US" sz="1275" dirty="0"/>
          </a:p>
        </p:txBody>
      </p:sp>
      <p:sp>
        <p:nvSpPr>
          <p:cNvPr id="29" name="Shape 24"/>
          <p:cNvSpPr/>
          <p:nvPr/>
        </p:nvSpPr>
        <p:spPr>
          <a:xfrm>
            <a:off x="247650" y="5577086"/>
            <a:ext cx="2819400" cy="7945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Shape 25"/>
          <p:cNvSpPr/>
          <p:nvPr/>
        </p:nvSpPr>
        <p:spPr>
          <a:xfrm>
            <a:off x="247650" y="6365280"/>
            <a:ext cx="2819400" cy="9525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31" name="Shape 26"/>
          <p:cNvSpPr/>
          <p:nvPr/>
        </p:nvSpPr>
        <p:spPr>
          <a:xfrm>
            <a:off x="247650" y="5577086"/>
            <a:ext cx="9525" cy="794544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32" name="Shape 27"/>
          <p:cNvSpPr/>
          <p:nvPr/>
        </p:nvSpPr>
        <p:spPr>
          <a:xfrm>
            <a:off x="3060700" y="5577086"/>
            <a:ext cx="9525" cy="794544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33" name="Text 28"/>
          <p:cNvSpPr/>
          <p:nvPr/>
        </p:nvSpPr>
        <p:spPr>
          <a:xfrm>
            <a:off x="377825" y="5681861"/>
            <a:ext cx="2643632" cy="616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013" i="1">
                <a:solidFill>
                  <a:srgbClr val="8C95A4"/>
                </a:solidFill>
                <a:latin typeface="Arial"/>
              </a:rPr>
              <a:t>A simulation-first stack (ROS 2 + Gazebo + PX4 SITL + QGroundControl) integrates five work packages. An earthquake Gazebo world models collapsed buildings and blocked roads with all terrestrial networks disabled, leaving BDS-3 short messaging as the only channel. Modules are built independently, then merged via ROS 2 topics. The communication backbone encodes an RTK-corrected coordinate into a fixed-point 112-bit binary payload (lat, lon at 7 dp, altitude, uncertainty radius, triage priority, survivor ID), transmits it through the BeiDou regional service, decodes it at a ground station, and publishes it on a latched /target/emergency_coordinate topic that mission-planning and ground-control modules consume. Delivery reliability and latency are measured in a field campaign and reported with Wilson confidence bounds.</a:t>
            </a:r>
            <a:endParaRPr lang="en-US" sz="1013" dirty="0"/>
          </a:p>
        </p:txBody>
      </p:sp>
      <p:sp>
        <p:nvSpPr>
          <p:cNvPr id="34" name="Shape 29"/>
          <p:cNvSpPr/>
          <p:nvPr/>
        </p:nvSpPr>
        <p:spPr>
          <a:xfrm>
            <a:off x="3257550" y="2423517"/>
            <a:ext cx="2819400" cy="2259211"/>
          </a:xfrm>
          <a:prstGeom prst="rect">
            <a:avLst/>
          </a:prstGeom>
          <a:ln w="6350">
            <a:solidFill>
              <a:srgbClr val="D9E0EA"/>
            </a:solidFill>
            <a:prstDash val="solid"/>
          </a:ln>
        </p:spPr>
        <p:txBody>
          <a:bodyPr/>
          <a:p/>
        </p:txBody>
      </p:sp>
      <p:sp>
        <p:nvSpPr>
          <p:cNvPr id="35" name="Shape 30"/>
          <p:cNvSpPr/>
          <p:nvPr/>
        </p:nvSpPr>
        <p:spPr>
          <a:xfrm>
            <a:off x="3340101" y="2506067"/>
            <a:ext cx="2654300" cy="1714500"/>
          </a:xfrm>
          <a:prstGeom prst="rect">
            <a:avLst/>
          </a:prstGeom>
          <a:solidFill>
            <a:srgbClr val="EEF1F7"/>
          </a:solidFill>
          <a:ln/>
        </p:spPr>
        <p:txBody>
          <a:bodyPr/>
          <a:p/>
        </p:txBody>
      </p:sp>
      <p:sp>
        <p:nvSpPr>
          <p:cNvPr id="36" name="Text 31"/>
          <p:cNvSpPr/>
          <p:nvPr/>
        </p:nvSpPr>
        <p:spPr>
          <a:xfrm>
            <a:off x="3395536" y="2601317"/>
            <a:ext cx="2543429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endParaRPr lang="en-US" sz="825" dirty="0"/>
          </a:p>
        </p:txBody>
      </p:sp>
      <p:sp>
        <p:nvSpPr>
          <p:cNvPr id="37" name="Text 32"/>
          <p:cNvSpPr/>
          <p:nvPr/>
        </p:nvSpPr>
        <p:spPr>
          <a:xfrm>
            <a:off x="3359151" y="4287242"/>
            <a:ext cx="2695829" cy="351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sz="863" b="1">
                <a:solidFill>
                  <a:srgbClr val="0C2D62"/>
                </a:solidFill>
                <a:latin typeface="Arial"/>
              </a:rPr>
              <a:t>Figure 1. End-to-end rescue chain across the five objectives (O1 RTK → O3 detect → O4 plan → O5 BeiDou → O2 mission).</a:t>
            </a:r>
            <a:endParaRPr lang="en-US" sz="863" dirty="0"/>
          </a:p>
        </p:txBody>
      </p:sp>
      <p:sp>
        <p:nvSpPr>
          <p:cNvPr id="38" name="Shape 33"/>
          <p:cNvSpPr/>
          <p:nvPr/>
        </p:nvSpPr>
        <p:spPr>
          <a:xfrm>
            <a:off x="3257550" y="4835128"/>
            <a:ext cx="2819400" cy="355600"/>
          </a:xfrm>
          <a:prstGeom prst="rect">
            <a:avLst/>
          </a:prstGeom>
          <a:solidFill>
            <a:srgbClr val="0C2D62"/>
          </a:solidFill>
          <a:ln/>
        </p:spPr>
        <p:txBody>
          <a:bodyPr/>
          <a:p/>
        </p:txBody>
      </p:sp>
      <p:sp>
        <p:nvSpPr>
          <p:cNvPr id="39" name="Text 34"/>
          <p:cNvSpPr/>
          <p:nvPr/>
        </p:nvSpPr>
        <p:spPr>
          <a:xfrm>
            <a:off x="3381375" y="4901803"/>
            <a:ext cx="265633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Results</a:t>
            </a:r>
            <a:endParaRPr lang="en-US" sz="1275" dirty="0"/>
          </a:p>
        </p:txBody>
      </p:sp>
      <p:sp>
        <p:nvSpPr>
          <p:cNvPr id="40" name="Shape 35"/>
          <p:cNvSpPr/>
          <p:nvPr/>
        </p:nvSpPr>
        <p:spPr>
          <a:xfrm>
            <a:off x="3257550" y="5190728"/>
            <a:ext cx="2819400" cy="9874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Shape 36"/>
          <p:cNvSpPr/>
          <p:nvPr/>
        </p:nvSpPr>
        <p:spPr>
          <a:xfrm>
            <a:off x="3257550" y="6171803"/>
            <a:ext cx="2819400" cy="9525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42" name="Shape 37"/>
          <p:cNvSpPr/>
          <p:nvPr/>
        </p:nvSpPr>
        <p:spPr>
          <a:xfrm>
            <a:off x="3257550" y="5190728"/>
            <a:ext cx="9525" cy="987425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43" name="Shape 38"/>
          <p:cNvSpPr/>
          <p:nvPr/>
        </p:nvSpPr>
        <p:spPr>
          <a:xfrm>
            <a:off x="6070600" y="5190728"/>
            <a:ext cx="9525" cy="987425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44" name="Text 39"/>
          <p:cNvSpPr/>
          <p:nvPr/>
        </p:nvSpPr>
        <p:spPr>
          <a:xfrm>
            <a:off x="3387725" y="5295503"/>
            <a:ext cx="26436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013" i="1">
                <a:solidFill>
                  <a:srgbClr val="8C95A4"/>
                </a:solidFill>
                <a:latin typeface="Arial"/>
              </a:rPr>
              <a:t>The decoded coordinate drives an autonomous ROS 2 mission trigger, merged and verified across the five-module system. The BeiDou link delivered all 232 field transmissions across open sky, light canopy, urban canyon and indoor (Wilson 95% lower bound ≥ 98.4% pooled, ≥ 93.7% per environment); mean end-to-end latency was 2.57 s (n = 30, all &lt; 5 s). The 112-bit payload is 57.6% smaller than its ASCII form and decodes bit-for-bit against ground truth. Module targets: RTK &lt; 15 cm, detection ≤ 1 m, collision-free planning, full autonomous waypoint execution.</a:t>
            </a:r>
            <a:endParaRPr lang="en-US" sz="1013" dirty="0"/>
          </a:p>
        </p:txBody>
      </p:sp>
      <p:sp>
        <p:nvSpPr>
          <p:cNvPr id="45" name="Shape 40"/>
          <p:cNvSpPr/>
          <p:nvPr/>
        </p:nvSpPr>
        <p:spPr>
          <a:xfrm>
            <a:off x="3257550" y="6330553"/>
            <a:ext cx="2819400" cy="2010668"/>
          </a:xfrm>
          <a:prstGeom prst="rect">
            <a:avLst/>
          </a:prstGeom>
          <a:ln w="6350">
            <a:solidFill>
              <a:srgbClr val="D9E0EA"/>
            </a:solidFill>
            <a:prstDash val="solid"/>
          </a:ln>
        </p:spPr>
        <p:txBody>
          <a:bodyPr/>
          <a:p/>
        </p:txBody>
      </p:sp>
      <p:sp>
        <p:nvSpPr>
          <p:cNvPr id="46" name="Shape 41"/>
          <p:cNvSpPr/>
          <p:nvPr/>
        </p:nvSpPr>
        <p:spPr>
          <a:xfrm>
            <a:off x="3340101" y="6413103"/>
            <a:ext cx="2654300" cy="1619250"/>
          </a:xfrm>
          <a:prstGeom prst="rect">
            <a:avLst/>
          </a:prstGeom>
          <a:solidFill>
            <a:srgbClr val="EEF1F7"/>
          </a:solidFill>
          <a:ln/>
        </p:spPr>
        <p:txBody>
          <a:bodyPr/>
          <a:p/>
        </p:txBody>
      </p:sp>
      <p:sp>
        <p:nvSpPr>
          <p:cNvPr id="47" name="Text 42"/>
          <p:cNvSpPr/>
          <p:nvPr/>
        </p:nvSpPr>
        <p:spPr>
          <a:xfrm>
            <a:off x="3395536" y="6508353"/>
            <a:ext cx="2543429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endParaRPr lang="en-US" sz="825" dirty="0"/>
          </a:p>
        </p:txBody>
      </p:sp>
      <p:sp>
        <p:nvSpPr>
          <p:cNvPr id="48" name="Text 43"/>
          <p:cNvSpPr/>
          <p:nvPr/>
        </p:nvSpPr>
        <p:spPr>
          <a:xfrm>
            <a:off x="3359151" y="8099028"/>
            <a:ext cx="2695829" cy="197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sz="863" b="1">
                <a:solidFill>
                  <a:srgbClr val="0C2D62"/>
                </a:solidFill>
                <a:latin typeface="Arial"/>
              </a:rPr>
              <a:t>Figure 2. BeiDou delivery reliability by environment with Wilson 95% intervals (n = 57–61 per environment).</a:t>
            </a:r>
            <a:endParaRPr lang="en-US" sz="863" dirty="0"/>
          </a:p>
        </p:txBody>
      </p:sp>
      <p:sp>
        <p:nvSpPr>
          <p:cNvPr id="49" name="Shape 44"/>
          <p:cNvSpPr/>
          <p:nvPr/>
        </p:nvSpPr>
        <p:spPr>
          <a:xfrm>
            <a:off x="6267450" y="2423517"/>
            <a:ext cx="2819400" cy="355600"/>
          </a:xfrm>
          <a:prstGeom prst="rect">
            <a:avLst/>
          </a:prstGeom>
          <a:solidFill>
            <a:srgbClr val="0C2D62"/>
          </a:solidFill>
          <a:ln/>
        </p:spPr>
        <p:txBody>
          <a:bodyPr/>
          <a:p/>
        </p:txBody>
      </p:sp>
      <p:sp>
        <p:nvSpPr>
          <p:cNvPr id="50" name="Text 45"/>
          <p:cNvSpPr/>
          <p:nvPr/>
        </p:nvSpPr>
        <p:spPr>
          <a:xfrm>
            <a:off x="6391275" y="2490192"/>
            <a:ext cx="265633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· Discussion</a:t>
            </a:r>
            <a:endParaRPr lang="en-US" sz="1275" dirty="0"/>
          </a:p>
        </p:txBody>
      </p:sp>
      <p:sp>
        <p:nvSpPr>
          <p:cNvPr id="51" name="Shape 46"/>
          <p:cNvSpPr/>
          <p:nvPr/>
        </p:nvSpPr>
        <p:spPr>
          <a:xfrm>
            <a:off x="6267450" y="2779117"/>
            <a:ext cx="2819400" cy="6016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Shape 47"/>
          <p:cNvSpPr/>
          <p:nvPr/>
        </p:nvSpPr>
        <p:spPr>
          <a:xfrm>
            <a:off x="6267450" y="3374430"/>
            <a:ext cx="2819400" cy="9525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53" name="Shape 48"/>
          <p:cNvSpPr/>
          <p:nvPr/>
        </p:nvSpPr>
        <p:spPr>
          <a:xfrm>
            <a:off x="6267450" y="2779117"/>
            <a:ext cx="9525" cy="601663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54" name="Shape 49"/>
          <p:cNvSpPr/>
          <p:nvPr/>
        </p:nvSpPr>
        <p:spPr>
          <a:xfrm>
            <a:off x="9080500" y="2779117"/>
            <a:ext cx="9525" cy="601663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55" name="Text 50"/>
          <p:cNvSpPr/>
          <p:nvPr/>
        </p:nvSpPr>
        <p:spPr>
          <a:xfrm>
            <a:off x="6397625" y="2883892"/>
            <a:ext cx="264363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013" i="1">
                <a:solidFill>
                  <a:srgbClr val="8C95A4"/>
                </a:solidFill>
                <a:latin typeface="Arial"/>
              </a:rPr>
              <a:t>Among infrastructure-free links, only satellite systems survive a disaster: COSPAS-SARSAT carries no user-definable triage payload and commercial alternatives need proprietary networks. BeiDou regional SMC pairs a user-definable payload with single-digit-second response — the same 112-bit budget the distress incumbent spends on identity alone here carries a complete six-field triage record. The reliability result characterises the channel independently of payload, so the binary frame inherits it as a conservative lower bound. Physical uplink of the final frame is the one open boundary.</a:t>
            </a:r>
            <a:endParaRPr lang="en-US" sz="1013" dirty="0"/>
          </a:p>
        </p:txBody>
      </p:sp>
      <p:sp>
        <p:nvSpPr>
          <p:cNvPr id="56" name="Shape 51"/>
          <p:cNvSpPr/>
          <p:nvPr/>
        </p:nvSpPr>
        <p:spPr>
          <a:xfrm>
            <a:off x="6267450" y="3533180"/>
            <a:ext cx="2819400" cy="355600"/>
          </a:xfrm>
          <a:prstGeom prst="rect">
            <a:avLst/>
          </a:prstGeom>
          <a:solidFill>
            <a:srgbClr val="0C2D62"/>
          </a:solidFill>
          <a:ln/>
        </p:spPr>
        <p:txBody>
          <a:bodyPr/>
          <a:p/>
        </p:txBody>
      </p:sp>
      <p:sp>
        <p:nvSpPr>
          <p:cNvPr id="57" name="Text 52"/>
          <p:cNvSpPr/>
          <p:nvPr/>
        </p:nvSpPr>
        <p:spPr>
          <a:xfrm>
            <a:off x="6391275" y="3599855"/>
            <a:ext cx="265633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· Conclusions</a:t>
            </a:r>
            <a:endParaRPr lang="en-US" sz="1275" dirty="0"/>
          </a:p>
        </p:txBody>
      </p:sp>
      <p:sp>
        <p:nvSpPr>
          <p:cNvPr id="58" name="Shape 53"/>
          <p:cNvSpPr/>
          <p:nvPr/>
        </p:nvSpPr>
        <p:spPr>
          <a:xfrm>
            <a:off x="6267450" y="3888779"/>
            <a:ext cx="2819400" cy="6016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Shape 54"/>
          <p:cNvSpPr/>
          <p:nvPr/>
        </p:nvSpPr>
        <p:spPr>
          <a:xfrm>
            <a:off x="6267450" y="4484092"/>
            <a:ext cx="2819400" cy="9525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60" name="Shape 55"/>
          <p:cNvSpPr/>
          <p:nvPr/>
        </p:nvSpPr>
        <p:spPr>
          <a:xfrm>
            <a:off x="6267450" y="3888779"/>
            <a:ext cx="9525" cy="601663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61" name="Shape 56"/>
          <p:cNvSpPr/>
          <p:nvPr/>
        </p:nvSpPr>
        <p:spPr>
          <a:xfrm>
            <a:off x="9080500" y="3888779"/>
            <a:ext cx="9525" cy="601663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62" name="Text 57"/>
          <p:cNvSpPr/>
          <p:nvPr/>
        </p:nvSpPr>
        <p:spPr>
          <a:xfrm>
            <a:off x="6397625" y="3993554"/>
            <a:ext cx="264363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013" i="1">
                <a:solidFill>
                  <a:srgbClr val="8C95A4"/>
                </a:solidFill>
                <a:latin typeface="Arial"/>
              </a:rPr>
              <a:t>A complete survivor record fits one 112-bit BeiDou message and decodes losslessly. The link delivered 232/232 transmissions (Wilson ≥ 93.7%) at ~2.6 s latency. The decoded coordinate autonomously triggers a UAV mission — integrated and verified — a closed loop prior systems leave at a human operator.</a:t>
            </a:r>
            <a:endParaRPr lang="en-US" sz="1013" dirty="0"/>
          </a:p>
        </p:txBody>
      </p:sp>
      <p:sp>
        <p:nvSpPr>
          <p:cNvPr id="63" name="Shape 58"/>
          <p:cNvSpPr/>
          <p:nvPr/>
        </p:nvSpPr>
        <p:spPr>
          <a:xfrm>
            <a:off x="6267450" y="4642842"/>
            <a:ext cx="2819400" cy="355600"/>
          </a:xfrm>
          <a:prstGeom prst="rect">
            <a:avLst/>
          </a:prstGeom>
          <a:solidFill>
            <a:srgbClr val="0C2D62"/>
          </a:solidFill>
          <a:ln/>
        </p:spPr>
        <p:txBody>
          <a:bodyPr/>
          <a:p/>
        </p:txBody>
      </p:sp>
      <p:sp>
        <p:nvSpPr>
          <p:cNvPr id="64" name="Text 59"/>
          <p:cNvSpPr/>
          <p:nvPr/>
        </p:nvSpPr>
        <p:spPr>
          <a:xfrm>
            <a:off x="6391275" y="4709517"/>
            <a:ext cx="265633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· Future Work</a:t>
            </a:r>
            <a:endParaRPr lang="en-US" sz="1275" dirty="0"/>
          </a:p>
        </p:txBody>
      </p:sp>
      <p:sp>
        <p:nvSpPr>
          <p:cNvPr id="65" name="Shape 60"/>
          <p:cNvSpPr/>
          <p:nvPr/>
        </p:nvSpPr>
        <p:spPr>
          <a:xfrm>
            <a:off x="6267450" y="4998442"/>
            <a:ext cx="2819400" cy="6016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" name="Shape 61"/>
          <p:cNvSpPr/>
          <p:nvPr/>
        </p:nvSpPr>
        <p:spPr>
          <a:xfrm>
            <a:off x="6267450" y="5593755"/>
            <a:ext cx="2819400" cy="9525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67" name="Shape 62"/>
          <p:cNvSpPr/>
          <p:nvPr/>
        </p:nvSpPr>
        <p:spPr>
          <a:xfrm>
            <a:off x="6267450" y="4998442"/>
            <a:ext cx="9525" cy="601663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68" name="Shape 63"/>
          <p:cNvSpPr/>
          <p:nvPr/>
        </p:nvSpPr>
        <p:spPr>
          <a:xfrm>
            <a:off x="9080500" y="4998442"/>
            <a:ext cx="9525" cy="601663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69" name="Text 64"/>
          <p:cNvSpPr/>
          <p:nvPr/>
        </p:nvSpPr>
        <p:spPr>
          <a:xfrm>
            <a:off x="6397625" y="5103217"/>
            <a:ext cx="264363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013" i="1">
                <a:solidFill>
                  <a:srgbClr val="8C95A4"/>
                </a:solidFill>
                <a:latin typeface="Arial"/>
              </a:rPr>
              <a:t>• Physical satellite transmission of the 112-bit frame</a:t>
            </a:r>
            <a:endParaRPr lang="en-US" sz="1013" dirty="0"/>
          </a:p>
          <a:p>
            <a:r>
              <a:rPr sz="1013" i="1">
                <a:solidFill>
                  <a:srgbClr val="8C95A4"/>
                </a:solidFill>
                <a:latin typeface="Arial"/>
              </a:rPr>
              <a:t>• Diurnal latency characterisation on the operational payload</a:t>
            </a:r>
          </a:p>
          <a:p>
            <a:r>
              <a:rPr sz="1013" i="1">
                <a:solidFill>
                  <a:srgbClr val="8C95A4"/>
                </a:solidFill>
                <a:latin typeface="Arial"/>
              </a:rPr>
              <a:t>• Distinct-coordinate / deep-fade reliability trials</a:t>
            </a:r>
          </a:p>
          <a:p>
            <a:r>
              <a:rPr sz="1013" i="1">
                <a:solidFill>
                  <a:srgbClr val="8C95A4"/>
                </a:solidFill>
                <a:latin typeface="Arial"/>
              </a:rPr>
              <a:t>• Promote triage fields into the shared message for search-radius-aware planning</a:t>
            </a:r>
          </a:p>
          <a:p>
            <a:r>
              <a:rPr sz="1013" i="1">
                <a:solidFill>
                  <a:srgbClr val="8C95A4"/>
                </a:solidFill>
                <a:latin typeface="Arial"/>
              </a:rPr>
              <a:t>• Hardware field deployment beyond simulation</a:t>
            </a:r>
          </a:p>
        </p:txBody>
      </p:sp>
      <p:sp>
        <p:nvSpPr>
          <p:cNvPr id="70" name="Shape 65"/>
          <p:cNvSpPr/>
          <p:nvPr/>
        </p:nvSpPr>
        <p:spPr>
          <a:xfrm>
            <a:off x="6267450" y="5752505"/>
            <a:ext cx="2819400" cy="355600"/>
          </a:xfrm>
          <a:prstGeom prst="rect">
            <a:avLst/>
          </a:prstGeom>
          <a:solidFill>
            <a:srgbClr val="0C2D62"/>
          </a:solidFill>
          <a:ln/>
        </p:spPr>
        <p:txBody>
          <a:bodyPr/>
          <a:p/>
        </p:txBody>
      </p:sp>
      <p:sp>
        <p:nvSpPr>
          <p:cNvPr id="71" name="Text 66"/>
          <p:cNvSpPr/>
          <p:nvPr/>
        </p:nvSpPr>
        <p:spPr>
          <a:xfrm>
            <a:off x="6391275" y="5819180"/>
            <a:ext cx="265633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1275" dirty="0"/>
          </a:p>
        </p:txBody>
      </p:sp>
      <p:sp>
        <p:nvSpPr>
          <p:cNvPr id="72" name="Shape 67"/>
          <p:cNvSpPr/>
          <p:nvPr/>
        </p:nvSpPr>
        <p:spPr>
          <a:xfrm>
            <a:off x="6267450" y="6108104"/>
            <a:ext cx="2819400" cy="5197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" name="Shape 68"/>
          <p:cNvSpPr/>
          <p:nvPr/>
        </p:nvSpPr>
        <p:spPr>
          <a:xfrm>
            <a:off x="6267450" y="6621462"/>
            <a:ext cx="2819400" cy="9525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74" name="Shape 69"/>
          <p:cNvSpPr/>
          <p:nvPr/>
        </p:nvSpPr>
        <p:spPr>
          <a:xfrm>
            <a:off x="6267450" y="6108104"/>
            <a:ext cx="9525" cy="519708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75" name="Shape 70"/>
          <p:cNvSpPr/>
          <p:nvPr/>
        </p:nvSpPr>
        <p:spPr>
          <a:xfrm>
            <a:off x="9080500" y="6108104"/>
            <a:ext cx="9525" cy="519708"/>
          </a:xfrm>
          <a:prstGeom prst="rect">
            <a:avLst/>
          </a:prstGeom>
          <a:solidFill>
            <a:srgbClr val="D9E0EA"/>
          </a:solidFill>
          <a:ln/>
        </p:spPr>
        <p:txBody>
          <a:bodyPr/>
          <a:p/>
        </p:txBody>
      </p:sp>
      <p:sp>
        <p:nvSpPr>
          <p:cNvPr id="76" name="Text 71"/>
          <p:cNvSpPr/>
          <p:nvPr/>
        </p:nvSpPr>
        <p:spPr>
          <a:xfrm>
            <a:off x="6397625" y="6212879"/>
            <a:ext cx="2643632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sz="825" i="1">
                <a:solidFill>
                  <a:srgbClr val="8C95A4"/>
                </a:solidFill>
                <a:latin typeface="Arial"/>
              </a:rPr>
              <a:t>[1] China Satellite Navigation Office. BeiDou-3 RDSS / Short Message Service ICD.</a:t>
            </a:r>
            <a:endParaRPr lang="en-US" sz="825" dirty="0"/>
          </a:p>
          <a:p>
            <a:r>
              <a:rPr sz="825" i="1">
                <a:solidFill>
                  <a:srgbClr val="8C95A4"/>
                </a:solidFill>
                <a:latin typeface="Arial"/>
              </a:rPr>
              <a:t>[2] COSPAS-SARSAT. T.001 — 406 MHz Distress Beacon Specification.</a:t>
            </a:r>
          </a:p>
          <a:p>
            <a:r>
              <a:rPr sz="825" i="1">
                <a:solidFill>
                  <a:srgbClr val="8C95A4"/>
                </a:solidFill>
                <a:latin typeface="Arial"/>
              </a:rPr>
              <a:t>[3] BeiDou short message latency. Space: Science &amp; Technology, 2022.</a:t>
            </a:r>
          </a:p>
          <a:p>
            <a:r>
              <a:rPr sz="825" i="1">
                <a:solidFill>
                  <a:srgbClr val="8C95A4"/>
                </a:solidFill>
                <a:latin typeface="Arial"/>
              </a:rPr>
              <a:t>[4] PX4 Autopilot &amp; QGroundControl Documentation, 2024.</a:t>
            </a:r>
          </a:p>
        </p:txBody>
      </p:sp>
      <p:sp>
        <p:nvSpPr>
          <p:cNvPr id="77" name="Shape 72"/>
          <p:cNvSpPr/>
          <p:nvPr/>
        </p:nvSpPr>
        <p:spPr>
          <a:xfrm>
            <a:off x="6267450" y="6780212"/>
            <a:ext cx="704850" cy="704850"/>
          </a:xfrm>
          <a:prstGeom prst="roundRect">
            <a:avLst>
              <a:gd name="adj" fmla="val 5405"/>
            </a:avLst>
          </a:prstGeom>
          <a:ln w="12700">
            <a:solidFill>
              <a:srgbClr val="B7C2D3"/>
            </a:solidFill>
            <a:prstDash val="dash"/>
          </a:ln>
        </p:spPr>
        <p:txBody>
          <a:bodyPr/>
          <a:p/>
        </p:txBody>
      </p:sp>
      <p:sp>
        <p:nvSpPr>
          <p:cNvPr id="78" name="Text 73"/>
          <p:cNvSpPr/>
          <p:nvPr/>
        </p:nvSpPr>
        <p:spPr>
          <a:xfrm>
            <a:off x="6242050" y="6792912"/>
            <a:ext cx="755650" cy="717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AA3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</a:t>
            </a:r>
            <a:endParaRPr lang="en-US" sz="750" dirty="0"/>
          </a:p>
        </p:txBody>
      </p:sp>
      <p:sp>
        <p:nvSpPr>
          <p:cNvPr id="79" name="Shape 74"/>
          <p:cNvSpPr/>
          <p:nvPr/>
        </p:nvSpPr>
        <p:spPr>
          <a:xfrm>
            <a:off x="7077075" y="6780212"/>
            <a:ext cx="2009775" cy="819150"/>
          </a:xfrm>
          <a:prstGeom prst="rect">
            <a:avLst/>
          </a:prstGeom>
          <a:ln w="6350">
            <a:solidFill>
              <a:srgbClr val="D9E0EA"/>
            </a:solidFill>
            <a:prstDash val="solid"/>
          </a:ln>
        </p:spPr>
        <p:txBody>
          <a:bodyPr/>
          <a:p/>
        </p:txBody>
      </p:sp>
      <p:sp>
        <p:nvSpPr>
          <p:cNvPr id="80" name="Text 75"/>
          <p:cNvSpPr/>
          <p:nvPr/>
        </p:nvSpPr>
        <p:spPr>
          <a:xfrm>
            <a:off x="7188200" y="6872287"/>
            <a:ext cx="1863725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sz="863" b="1">
                <a:solidFill>
                  <a:srgbClr val="0C2D62"/>
                </a:solidFill>
                <a:latin typeface="Arial"/>
              </a:rPr>
              <a:t>Corresponding author: Letsoalo Maile · Letsoalomaile1@gmail.com. Supervisors: Yan Dayun · Yang Dongkai. School of Astronautics, Beihang University · RCSSTEAP. QR links to the full report and reproducible code/data.</a:t>
            </a:r>
            <a:endParaRPr lang="en-US" sz="863" dirty="0"/>
          </a:p>
        </p:txBody>
      </p:sp>
      <p:sp>
        <p:nvSpPr>
          <p:cNvPr id="81" name="Shape 76"/>
          <p:cNvSpPr/>
          <p:nvPr/>
        </p:nvSpPr>
        <p:spPr>
          <a:xfrm>
            <a:off x="0" y="12449176"/>
            <a:ext cx="9334500" cy="752475"/>
          </a:xfrm>
          <a:prstGeom prst="rect">
            <a:avLst/>
          </a:prstGeom>
          <a:solidFill>
            <a:srgbClr val="081F44"/>
          </a:solidFill>
          <a:ln/>
        </p:spPr>
        <p:txBody>
          <a:bodyPr/>
          <a:p/>
        </p:txBody>
      </p:sp>
      <p:sp>
        <p:nvSpPr>
          <p:cNvPr id="82" name="Shape 77"/>
          <p:cNvSpPr/>
          <p:nvPr/>
        </p:nvSpPr>
        <p:spPr>
          <a:xfrm>
            <a:off x="0" y="12449176"/>
            <a:ext cx="9334500" cy="28575"/>
          </a:xfrm>
          <a:prstGeom prst="rect">
            <a:avLst/>
          </a:prstGeom>
          <a:gradFill rotWithShape="1">
            <a:gsLst>
              <a:gs pos="0">
                <a:srgbClr val="B98B2E">
                  <a:alpha val="100000"/>
                </a:srgbClr>
              </a:gs>
              <a:gs pos="16000">
                <a:srgbClr val="B98B2E">
                  <a:alpha val="100000"/>
                </a:srgbClr>
              </a:gs>
              <a:gs pos="52000">
                <a:srgbClr val="B98B2E">
                  <a:alpha val="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83" name="Shape 78"/>
          <p:cNvSpPr/>
          <p:nvPr/>
        </p:nvSpPr>
        <p:spPr>
          <a:xfrm>
            <a:off x="8096250" y="12477751"/>
            <a:ext cx="1238250" cy="723900"/>
          </a:xfrm>
          <a:prstGeom prst="rect">
            <a:avLst/>
          </a:prstGeom>
          <a:gradFill rotWithShape="1">
            <a:gsLst>
              <a:gs pos="55000">
                <a:srgbClr val="FFFFFF">
                  <a:alpha val="0"/>
                </a:srgbClr>
              </a:gs>
              <a:gs pos="55000">
                <a:srgbClr val="FFFFFF">
                  <a:alpha val="5000"/>
                </a:srgbClr>
              </a:gs>
            </a:gsLst>
            <a:lin ang="1800000" scaled="0"/>
          </a:gradFill>
          <a:ln/>
        </p:spPr>
        <p:txBody>
          <a:bodyPr/>
          <a:p/>
        </p:txBody>
      </p:sp>
      <p:sp>
        <p:nvSpPr>
          <p:cNvPr id="84" name="Shape 79"/>
          <p:cNvSpPr/>
          <p:nvPr/>
        </p:nvSpPr>
        <p:spPr>
          <a:xfrm>
            <a:off x="266700" y="12620626"/>
            <a:ext cx="1789609" cy="43815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8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12696826"/>
            <a:ext cx="1522909" cy="285750"/>
          </a:xfrm>
          <a:prstGeom prst="rect">
            <a:avLst/>
          </a:prstGeom>
        </p:spPr>
      </p:pic>
      <p:sp>
        <p:nvSpPr>
          <p:cNvPr id="86" name="Text 80"/>
          <p:cNvSpPr/>
          <p:nvPr/>
        </p:nvSpPr>
        <p:spPr>
          <a:xfrm>
            <a:off x="2265859" y="12676187"/>
            <a:ext cx="590057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63" b="1" kern="0" spc="9" dirty="0">
                <a:solidFill>
                  <a:srgbClr val="E6EB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Centre for Space Science &amp; Technology Education in Asia &amp; the Pacific (China)</a:t>
            </a:r>
            <a:endParaRPr lang="en-US" sz="863" dirty="0"/>
          </a:p>
        </p:txBody>
      </p:sp>
      <p:sp>
        <p:nvSpPr>
          <p:cNvPr id="87" name="Text 81"/>
          <p:cNvSpPr/>
          <p:nvPr/>
        </p:nvSpPr>
        <p:spPr>
          <a:xfrm>
            <a:off x="2265859" y="12844463"/>
            <a:ext cx="590057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63" dirty="0">
                <a:solidFill>
                  <a:srgbClr val="93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Astronautics · Beihang University · Beijing, China</a:t>
            </a:r>
            <a:endParaRPr lang="en-US" sz="863" dirty="0"/>
          </a:p>
        </p:txBody>
      </p:sp>
      <p:sp>
        <p:nvSpPr>
          <p:cNvPr id="88" name="Shape 82"/>
          <p:cNvSpPr/>
          <p:nvPr/>
        </p:nvSpPr>
        <p:spPr>
          <a:xfrm>
            <a:off x="7839571" y="12620626"/>
            <a:ext cx="9525" cy="4381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89" name="Text 83"/>
          <p:cNvSpPr/>
          <p:nvPr/>
        </p:nvSpPr>
        <p:spPr>
          <a:xfrm>
            <a:off x="7982446" y="12700000"/>
            <a:ext cx="1085354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825" kern="0" spc="165" dirty="0">
                <a:solidFill>
                  <a:srgbClr val="B98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RCSSTEAP</a:t>
            </a:r>
            <a:endParaRPr lang="en-US" sz="825" dirty="0"/>
          </a:p>
        </p:txBody>
      </p:sp>
      <p:sp>
        <p:nvSpPr>
          <p:cNvPr id="90" name="Text 84"/>
          <p:cNvSpPr/>
          <p:nvPr/>
        </p:nvSpPr>
        <p:spPr>
          <a:xfrm>
            <a:off x="7982446" y="12839701"/>
            <a:ext cx="108535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788" dirty="0">
                <a:solidFill>
                  <a:srgbClr val="93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www.rcssteap.org · 2026</a:t>
            </a:r>
            <a:endParaRPr lang="en-US" sz="788" dirty="0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782B3177-1907-E4C3-1845-6AEF3650A9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3310" y="423267"/>
            <a:ext cx="1273252" cy="1279524"/>
          </a:xfrm>
          <a:prstGeom prst="rect">
            <a:avLst/>
          </a:prstGeom>
        </p:spPr>
      </p:pic>
      <p:sp>
        <p:nvSpPr>
          <p:cNvPr id="94" name="Shape 5">
            <a:extLst>
              <a:ext uri="{FF2B5EF4-FFF2-40B4-BE49-F238E27FC236}">
                <a16:creationId xmlns:a16="http://schemas.microsoft.com/office/drawing/2014/main" id="{D254D3CD-5442-7947-DC35-9EC1B280E4CA}"/>
              </a:ext>
            </a:extLst>
          </p:cNvPr>
          <p:cNvSpPr/>
          <p:nvPr/>
        </p:nvSpPr>
        <p:spPr>
          <a:xfrm>
            <a:off x="20098" y="410370"/>
            <a:ext cx="1409127" cy="1348382"/>
          </a:xfrm>
          <a:prstGeom prst="ellipse">
            <a:avLst/>
          </a:prstGeom>
          <a:solidFill>
            <a:srgbClr val="FFFFFF"/>
          </a:solidFill>
          <a:ln/>
          <a:effectLst>
            <a:outerShdw blurRad="66675" dist="1905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96" name="Image 1" descr="preencoded.png">
            <a:extLst>
              <a:ext uri="{FF2B5EF4-FFF2-40B4-BE49-F238E27FC236}">
                <a16:creationId xmlns:a16="http://schemas.microsoft.com/office/drawing/2014/main" id="{2028B1E7-389D-5634-CFBB-9229E8574C1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228" y="440828"/>
            <a:ext cx="1286868" cy="1286868"/>
          </a:xfrm>
          <a:prstGeom prst="rect">
            <a:avLst/>
          </a:prstGeom>
        </p:spPr>
      </p:pic>
      <p:pic>
        <p:nvPicPr>
          <p:cNvPr id="97" name="Picture 96" descr="project_workflow_obj1to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5536" y="2620908"/>
            <a:ext cx="2543429" cy="1522917"/>
          </a:xfrm>
          <a:prstGeom prst="rect">
            <a:avLst/>
          </a:prstGeom>
        </p:spPr>
      </p:pic>
      <p:pic>
        <p:nvPicPr>
          <p:cNvPr id="98" name="Picture 97" descr="gap3_success_ra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4965" y="6508353"/>
            <a:ext cx="2404571" cy="1466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325</Words>
  <Application>Microsoft Office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Georgia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Tevin Muchera LEMALASIA</dc:creator>
  <cp:lastModifiedBy>Tevin Muchera LEMALASIA</cp:lastModifiedBy>
  <cp:revision>1</cp:revision>
  <dcterms:created xsi:type="dcterms:W3CDTF">2026-06-25T16:27:32Z</dcterms:created>
  <dcterms:modified xsi:type="dcterms:W3CDTF">2026-06-25T16:38:37Z</dcterms:modified>
</cp:coreProperties>
</file>